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41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8600"/>
            <a:ext cx="914400" cy="91440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7432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14400" y="210312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 QR-Based Event Registration &amp; Pass System Using Python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914400" y="3566160"/>
            <a:ext cx="10360152" cy="245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Harini K (1973260001)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Nithyasree P (1911260096)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Anusika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 R ( 1920260008)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Keerthi P (1921260078)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Programming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Date: 31/08/2026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registering teams and checking attendance via paper sheets or spreadsheets is slow, insecure, and error-prone.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Large hackathons face gate congestion, long queues, proxy entries, and untracked duplicate check-ins.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Build a lightweight Python web application that registers participant teams, generates digital QR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FastPasses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provides live gate scanning behind an admin passcode.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2043644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participants to save team name, member names (1–5 members), and chosen domain track via an interactive UI.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dynamic QR code passes encoded with unique ticket IDs using in-memory Base64 buffers without external hosting.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viewing of attendee telemetry and optical camera verification behind an admin passcode check.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 all registration and check-in records locally in an automated SQLite database with no third-party database dependencies. </a:t>
            </a:r>
          </a:p>
          <a:p>
            <a:pPr marL="279400" indent="-279400" algn="l">
              <a:spcAft>
                <a:spcPts val="1600"/>
              </a:spcAft>
              <a:buSzPct val="100000"/>
              <a:buChar char="●"/>
            </a:pP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1D70C0-C5BA-0FF2-0576-F4703EBF0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95483"/>
              </p:ext>
            </p:extLst>
          </p:nvPr>
        </p:nvGraphicFramePr>
        <p:xfrm>
          <a:off x="0" y="1563076"/>
          <a:ext cx="12192000" cy="5462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276">
                  <a:extLst>
                    <a:ext uri="{9D8B030D-6E8A-4147-A177-3AD203B41FA5}">
                      <a16:colId xmlns:a16="http://schemas.microsoft.com/office/drawing/2014/main" val="1898200090"/>
                    </a:ext>
                  </a:extLst>
                </a:gridCol>
                <a:gridCol w="1882109">
                  <a:extLst>
                    <a:ext uri="{9D8B030D-6E8A-4147-A177-3AD203B41FA5}">
                      <a16:colId xmlns:a16="http://schemas.microsoft.com/office/drawing/2014/main" val="445356153"/>
                    </a:ext>
                  </a:extLst>
                </a:gridCol>
                <a:gridCol w="2907323">
                  <a:extLst>
                    <a:ext uri="{9D8B030D-6E8A-4147-A177-3AD203B41FA5}">
                      <a16:colId xmlns:a16="http://schemas.microsoft.com/office/drawing/2014/main" val="3577702994"/>
                    </a:ext>
                  </a:extLst>
                </a:gridCol>
                <a:gridCol w="3499239">
                  <a:extLst>
                    <a:ext uri="{9D8B030D-6E8A-4147-A177-3AD203B41FA5}">
                      <a16:colId xmlns:a16="http://schemas.microsoft.com/office/drawing/2014/main" val="2540721763"/>
                    </a:ext>
                  </a:extLst>
                </a:gridCol>
                <a:gridCol w="3050053">
                  <a:extLst>
                    <a:ext uri="{9D8B030D-6E8A-4147-A177-3AD203B41FA5}">
                      <a16:colId xmlns:a16="http://schemas.microsoft.com/office/drawing/2014/main" val="1844881356"/>
                    </a:ext>
                  </a:extLst>
                </a:gridCol>
              </a:tblGrid>
              <a:tr h="848292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defRPr sz="1600" b="1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defRPr sz="1600" b="1"/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defRPr sz="1600" b="1"/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defRPr sz="1600" b="1"/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defRPr sz="1600" b="1"/>
                      </a:pPr>
                      <a:r>
                        <a:rPr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207892"/>
                  </a:ext>
                </a:extLst>
              </a:tr>
              <a:tr h="889326"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1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300" b="0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et al. (2021)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Implementation of QR-Code Based Access Control Systems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2D QR matrix encoding with mobile camera optical decoding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gate check-in latency by over 70% compared to paper rosters.</a:t>
                      </a:r>
                    </a:p>
                  </a:txBody>
                  <a:tcPr marT="121920" marB="121920"/>
                </a:tc>
                <a:extLst>
                  <a:ext uri="{0D108BD9-81ED-4DB2-BD59-A6C34878D82A}">
                    <a16:rowId xmlns:a16="http://schemas.microsoft.com/office/drawing/2014/main" val="3758206422"/>
                  </a:ext>
                </a:extLst>
              </a:tr>
              <a:tr h="889326"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300" b="0" i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 (2022)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Comparative Study of Modern Web Frameworks and In-Memory Data Streaming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In-memory binary byte buffering (BytesIO) with Base64 data URLs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Eliminates disk I/O latency and server file storage overhead for dynamic passes.</a:t>
                      </a:r>
                    </a:p>
                  </a:txBody>
                  <a:tcPr marT="121920" marB="121920"/>
                </a:tc>
                <a:extLst>
                  <a:ext uri="{0D108BD9-81ED-4DB2-BD59-A6C34878D82A}">
                    <a16:rowId xmlns:a16="http://schemas.microsoft.com/office/drawing/2014/main" val="4267557694"/>
                  </a:ext>
                </a:extLst>
              </a:tr>
              <a:tr h="889326"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300" b="0" i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Rao et al. (2023)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</a:t>
                      </a:r>
                      <a:r>
                        <a:rPr lang="en-IN" sz="1300" b="0" i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Modeling</a:t>
                      </a:r>
                      <a:r>
                        <a:rPr lang="en-IN" sz="13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Schema Management Using Python ORMs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SQLAlchemy</a:t>
                      </a:r>
                      <a:r>
                        <a:rPr lang="en-IN" sz="13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ORM layered over lightweight SQLite engine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fast, ACID-compliant verification without external cloud database dependencies.</a:t>
                      </a:r>
                    </a:p>
                  </a:txBody>
                  <a:tcPr marT="121920" marB="121920"/>
                </a:tc>
                <a:extLst>
                  <a:ext uri="{0D108BD9-81ED-4DB2-BD59-A6C34878D82A}">
                    <a16:rowId xmlns:a16="http://schemas.microsoft.com/office/drawing/2014/main" val="3013285333"/>
                  </a:ext>
                </a:extLst>
              </a:tr>
              <a:tr h="889326"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300" b="0" i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&amp; Kumar (2023)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on Automated Event Ticketing and Authentication Techniques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Relational database schema with unique UUID ticket generation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duplicate detection prevents proxy entry and unauthorized ticket reuse.</a:t>
                      </a:r>
                    </a:p>
                  </a:txBody>
                  <a:tcPr marT="121920" marB="121920"/>
                </a:tc>
                <a:extLst>
                  <a:ext uri="{0D108BD9-81ED-4DB2-BD59-A6C34878D82A}">
                    <a16:rowId xmlns:a16="http://schemas.microsoft.com/office/drawing/2014/main" val="1414006588"/>
                  </a:ext>
                </a:extLst>
              </a:tr>
              <a:tr h="889326"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300" b="0" i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Gupta &amp; Verma (2024)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 and Web Application Development Using Modern Python Architectures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Reactive frontend event loop with Python backend integration</a:t>
                      </a:r>
                    </a:p>
                  </a:txBody>
                  <a:tcPr marT="121920" marB="121920"/>
                </a:tc>
                <a:tc>
                  <a:txBody>
                    <a:bodyPr/>
                    <a:lstStyle/>
                    <a:p>
                      <a:pPr algn="just" fontAlgn="t">
                        <a:lnSpc>
                          <a:spcPct val="117647"/>
                        </a:lnSpc>
                        <a:buNone/>
                      </a:pPr>
                      <a:r>
                        <a:rPr lang="en-IN" sz="1300" b="0" i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Proves lightweight web architectures offer faster response times for live event telemetry.</a:t>
                      </a:r>
                    </a:p>
                  </a:txBody>
                  <a:tcPr marT="121920" marB="121920"/>
                </a:tc>
                <a:extLst>
                  <a:ext uri="{0D108BD9-81ED-4DB2-BD59-A6C34878D82A}">
                    <a16:rowId xmlns:a16="http://schemas.microsoft.com/office/drawing/2014/main" val="3435783316"/>
                  </a:ext>
                </a:extLst>
              </a:tr>
            </a:tbl>
          </a:graphicData>
        </a:graphic>
      </p:graphicFrame>
      <p:pic>
        <p:nvPicPr>
          <p:cNvPr id="4" name="Image 0" descr="/home/claude/imgs/logo-left.jpeg">
            <a:extLst>
              <a:ext uri="{FF2B5EF4-FFF2-40B4-BE49-F238E27FC236}">
                <a16:creationId xmlns:a16="http://schemas.microsoft.com/office/drawing/2014/main" id="{B981205B-39E5-0337-5A54-7D03E0F54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914400" cy="914400"/>
          </a:xfrm>
          <a:prstGeom prst="rect">
            <a:avLst/>
          </a:prstGeom>
        </p:spPr>
      </p:pic>
      <p:pic>
        <p:nvPicPr>
          <p:cNvPr id="6" name="Image 1" descr="/home/claude/imgs/logo-right.jpeg">
            <a:extLst>
              <a:ext uri="{FF2B5EF4-FFF2-40B4-BE49-F238E27FC236}">
                <a16:creationId xmlns:a16="http://schemas.microsoft.com/office/drawing/2014/main" id="{ADA5F976-4AC6-2F56-5305-A6C57CC79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74320"/>
            <a:ext cx="1188720" cy="1188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ADC7EF-B556-95C6-0B0B-60869F60484F}"/>
              </a:ext>
            </a:extLst>
          </p:cNvPr>
          <p:cNvSpPr txBox="1"/>
          <p:nvPr/>
        </p:nvSpPr>
        <p:spPr>
          <a:xfrm>
            <a:off x="1352061" y="378023"/>
            <a:ext cx="89251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pPr>
            <a:r>
              <a:rPr kumimoji="0" lang="en-IN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126090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built with Python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FastHTML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database handling managed by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SQLite.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barcode scanning handled using client-side HTML5 camera stream integration.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approach: requirement analysis, UI design, QR generation logic, gatekeeper verification, and testing.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 data collected via web input fields and persisted as structured relational records 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hackathon_passes.db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34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05C3FEF-DDC1-F808-461A-C818955507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559" t="15556" r="10109"/>
          <a:stretch>
            <a:fillRect/>
          </a:stretch>
        </p:blipFill>
        <p:spPr>
          <a:xfrm>
            <a:off x="2539550" y="1440382"/>
            <a:ext cx="7112899" cy="50975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Team Registration &amp; QR Generation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640080" y="173736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team name, leader name, email, squad size (1 to 5 members), and domain track using web input fields.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unique ticket ID (PDX26-XXXXXX) and checks for existing leader email duplicates.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QR code image directly in memory and encodes it into a Base64 string for instant browser download.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E4C0F3-49B7-1D62-5A14-F15D7C841B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096" b="33852"/>
          <a:stretch>
            <a:fillRect/>
          </a:stretch>
        </p:blipFill>
        <p:spPr>
          <a:xfrm>
            <a:off x="472692" y="4516569"/>
            <a:ext cx="11246310" cy="14403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— Module 1: Team Registration &amp; QR Generation</a:t>
            </a:r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1097280"/>
            <a:ext cx="10881360" cy="5394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def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generate_qr_b64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ticket_id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):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qr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qrcode.QRCode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box_size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=</a:t>
            </a:r>
            <a:r>
              <a:rPr lang="en-IN" sz="1100" b="0" dirty="0">
                <a:solidFill>
                  <a:srgbClr val="B5CEA8"/>
                </a:solidFill>
                <a:effectLst/>
                <a:latin typeface="Droid Sans Mono"/>
              </a:rPr>
              <a:t>6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border=</a:t>
            </a:r>
            <a:r>
              <a:rPr lang="en-IN" sz="1100" b="0" dirty="0">
                <a:solidFill>
                  <a:srgbClr val="B5CEA8"/>
                </a:solidFill>
                <a:effectLst/>
                <a:latin typeface="Droid Sans Mono"/>
              </a:rPr>
              <a:t>1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qr.add_data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ticket_id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qr.make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fit=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True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img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qr.make_image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fill_color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=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"#030712"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back_color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=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"#</a:t>
            </a:r>
            <a:r>
              <a:rPr lang="en-IN" sz="1100" b="0" dirty="0" err="1">
                <a:solidFill>
                  <a:srgbClr val="ADDB67"/>
                </a:solidFill>
                <a:effectLst/>
                <a:latin typeface="Droid Sans Mono"/>
              </a:rPr>
              <a:t>ffffff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buf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io.BytesIO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img.save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buf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format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=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"PNG"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return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ADDB67"/>
                </a:solidFill>
                <a:effectLst/>
                <a:latin typeface="Droid Sans Mono"/>
              </a:rPr>
              <a:t>f"data:image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/png;base64,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{base64.b64encode(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buf.getvalue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()).decode()}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b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</a:b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def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register_team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team_name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leader_name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leader_email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team_size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domain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):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if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team_name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== 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""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or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leader_name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== 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""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or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leader_email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== 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""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   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return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None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"Please fill all required fields."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ticket_id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 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f"PDX26-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{uuid.uuid4().hex[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:6].upper()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}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p = Participant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leader_name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=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leader_name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leader_email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=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leader_email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            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team_name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=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team_name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team_size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=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team_size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                domain=domain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ticket_id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=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ticket_id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db.add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p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db.commit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return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p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"SUCCESS"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— Module 1: Save Password (Encryption &amp; Storage)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143000"/>
            <a:ext cx="10881360" cy="5303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>
              <a:lnSpc>
                <a:spcPct val="130952"/>
              </a:lnSpc>
              <a:buNone/>
            </a:pP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$ python main.py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Team Name</a:t>
            </a:r>
            <a:r>
              <a:rPr lang="en-IN" sz="1400" b="0" dirty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   </a:t>
            </a:r>
            <a:r>
              <a:rPr lang="en-IN" sz="1400" b="0" dirty="0" err="1">
                <a:solidFill>
                  <a:srgbClr val="D6DEEB"/>
                </a:solidFill>
                <a:effectLst/>
                <a:latin typeface="Droid Sans Mono"/>
              </a:rPr>
              <a:t>ByteForce</a:t>
            </a:r>
            <a:endParaRPr lang="en-IN" sz="14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Leader Name</a:t>
            </a:r>
            <a:r>
              <a:rPr lang="en-IN" sz="1400" b="0" dirty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 Harini K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Email</a:t>
            </a:r>
            <a:r>
              <a:rPr lang="en-IN" sz="1400" b="0" dirty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       harini</a:t>
            </a:r>
            <a:r>
              <a:rPr lang="en-IN" sz="1400" b="0" dirty="0">
                <a:solidFill>
                  <a:srgbClr val="569CD6"/>
                </a:solidFill>
                <a:effectLst/>
                <a:latin typeface="Droid Sans Mono"/>
              </a:rPr>
              <a:t>@example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.com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Squad Size</a:t>
            </a:r>
            <a:r>
              <a:rPr lang="en-IN" sz="1400" b="0" dirty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  </a:t>
            </a:r>
            <a:r>
              <a:rPr lang="en-IN" sz="1400" b="0" dirty="0">
                <a:solidFill>
                  <a:srgbClr val="B5CEA8"/>
                </a:solidFill>
                <a:effectLst/>
                <a:latin typeface="Droid Sans Mono"/>
              </a:rPr>
              <a:t>4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 Members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Domain</a:t>
            </a:r>
            <a:r>
              <a:rPr lang="en-IN" sz="1400" b="0" dirty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      AI &amp; Agents</a:t>
            </a:r>
          </a:p>
          <a:p>
            <a:pPr>
              <a:lnSpc>
                <a:spcPct val="130952"/>
              </a:lnSpc>
              <a:buNone/>
            </a:pPr>
            <a:b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</a:br>
            <a:endParaRPr lang="en-IN" sz="14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400" b="0" dirty="0">
                <a:solidFill>
                  <a:srgbClr val="DCDCDC"/>
                </a:solidFill>
                <a:effectLst/>
                <a:latin typeface="Droid Sans Mono"/>
              </a:rPr>
              <a:t>[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INFO</a:t>
            </a:r>
            <a:r>
              <a:rPr lang="en-IN" sz="1400" b="0" dirty="0">
                <a:solidFill>
                  <a:srgbClr val="DCDCDC"/>
                </a:solidFill>
                <a:effectLst/>
                <a:latin typeface="Droid Sans Mono"/>
              </a:rPr>
              <a:t>]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 Team registered successfully!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Ticket ID  -&gt; PDX26-A8F2B1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QR Pass    -&gt; </a:t>
            </a:r>
            <a:r>
              <a:rPr lang="en-IN" sz="1400" b="0" dirty="0" err="1">
                <a:solidFill>
                  <a:srgbClr val="D6DEEB"/>
                </a:solidFill>
                <a:effectLst/>
                <a:latin typeface="Droid Sans Mono"/>
              </a:rPr>
              <a:t>data</a:t>
            </a:r>
            <a:r>
              <a:rPr lang="en-IN" sz="1400" b="0" dirty="0" err="1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 dirty="0" err="1">
                <a:solidFill>
                  <a:srgbClr val="D6DEEB"/>
                </a:solidFill>
                <a:effectLst/>
                <a:latin typeface="Droid Sans Mono"/>
              </a:rPr>
              <a:t>image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/png</a:t>
            </a:r>
            <a:r>
              <a:rPr lang="en-IN" sz="1400" b="0" dirty="0">
                <a:solidFill>
                  <a:srgbClr val="DCDCDC"/>
                </a:solidFill>
                <a:effectLst/>
                <a:latin typeface="Droid Sans Mono"/>
              </a:rPr>
              <a:t>;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base64</a:t>
            </a:r>
            <a:r>
              <a:rPr lang="en-IN" sz="14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400" b="0" dirty="0">
                <a:solidFill>
                  <a:srgbClr val="D6DEEB"/>
                </a:solidFill>
                <a:effectLst/>
                <a:latin typeface="Droid Sans Mono"/>
              </a:rPr>
              <a:t>iVBORw0KGgoAAAANSUhEUgAAA...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Optical Gate Verification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640080" y="173736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organizer credentials using a master passcode before activating the camera scanner.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Decodes the QR payload using the live video stream and checks the ticket ID in the database.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attendance status to True with timestamp on first scan, and blocks duplicate check-in attempts.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029A826-1FD2-46FE-8445-6261F86C9A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477" b="29621"/>
          <a:stretch>
            <a:fillRect/>
          </a:stretch>
        </p:blipFill>
        <p:spPr>
          <a:xfrm>
            <a:off x="640079" y="3935186"/>
            <a:ext cx="11292841" cy="21880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— Module 2: Optical Gate Verification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097280"/>
            <a:ext cx="10881360" cy="5394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def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checkin_user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ticket_id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):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master = session.get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>
                <a:solidFill>
                  <a:srgbClr val="ADDB67"/>
                </a:solidFill>
                <a:effectLst/>
                <a:latin typeface="Droid Sans Mono"/>
              </a:rPr>
              <a:t>"auth"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if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not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master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   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return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None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>
                <a:solidFill>
                  <a:srgbClr val="ADDB67"/>
                </a:solidFill>
                <a:effectLst/>
                <a:latin typeface="Droid Sans Mono"/>
              </a:rPr>
              <a:t>"UNAUTHORIZED"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user = db.query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Participant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.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filter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Participant.ticket_id == ticket_id.strip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())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.first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()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if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not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user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   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return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None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>
                <a:solidFill>
                  <a:srgbClr val="ADDB67"/>
                </a:solidFill>
                <a:effectLst/>
                <a:latin typeface="Droid Sans Mono"/>
              </a:rPr>
              <a:t>"INVALID_TICKET"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if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user.attended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    time_str = user.checked_in_at.strftime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>
                <a:solidFill>
                  <a:srgbClr val="ADDB67"/>
                </a:solidFill>
                <a:effectLst/>
                <a:latin typeface="Droid Sans Mono"/>
              </a:rPr>
              <a:t>"%I:%M:%S %p"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   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return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user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>
                <a:solidFill>
                  <a:srgbClr val="ADDB67"/>
                </a:solidFill>
                <a:effectLst/>
                <a:latin typeface="Droid Sans Mono"/>
              </a:rPr>
              <a:t>f"DUPLICATE_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{time_str}</a:t>
            </a:r>
            <a:r>
              <a:rPr lang="en-IN" sz="1100" b="0">
                <a:solidFill>
                  <a:srgbClr val="ADDB67"/>
                </a:solidFill>
                <a:effectLst/>
                <a:latin typeface="Droid Sans Mono"/>
              </a:rPr>
              <a:t>"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user.attended =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True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user.checked_in_at = datetime.now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()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db.commit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()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>
                <a:solidFill>
                  <a:srgbClr val="C792EA"/>
                </a:solidFill>
                <a:effectLst/>
                <a:latin typeface="Droid Sans Mono"/>
              </a:rPr>
              <a:t>return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user</a:t>
            </a:r>
            <a:r>
              <a:rPr lang="en-IN" sz="1100" b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>
                <a:solidFill>
                  <a:srgbClr val="ADDB67"/>
                </a:solidFill>
                <a:effectLst/>
                <a:latin typeface="Droid Sans Mono"/>
              </a:rPr>
              <a:t>"VERIFIED"</a:t>
            </a:r>
            <a:endParaRPr lang="en-IN" sz="1100" b="0">
              <a:solidFill>
                <a:srgbClr val="D6DEEB"/>
              </a:solidFill>
              <a:effectLst/>
              <a:latin typeface="Droid Sans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— Module 2: Optical Gate Verification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143000"/>
            <a:ext cx="10881360" cy="5303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$ Master Passcode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********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[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OK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]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Admin authorized</a:t>
            </a:r>
          </a:p>
          <a:p>
            <a:pPr>
              <a:lnSpc>
                <a:spcPct val="130952"/>
              </a:lnSpc>
              <a:buNone/>
            </a:pPr>
            <a:br>
              <a:rPr lang="en-IN" sz="1400" b="0">
                <a:solidFill>
                  <a:srgbClr val="D6DEEB"/>
                </a:solidFill>
                <a:effectLst/>
                <a:latin typeface="Droid Sans Mono"/>
              </a:rPr>
            </a:br>
            <a:endParaRPr lang="en-IN" sz="14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----------------- GATE SCAN RESULT -----------------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Scanned  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PDX26-A8F2B1 | ByteForce | AI &amp; Agents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[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VERIFIED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]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Ingress Granted! Checked </a:t>
            </a:r>
            <a:r>
              <a:rPr lang="en-IN" sz="1400" b="0">
                <a:solidFill>
                  <a:srgbClr val="C792EA"/>
                </a:solidFill>
                <a:effectLst/>
                <a:latin typeface="Droid Sans Mono"/>
              </a:rPr>
              <a:t>in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at </a:t>
            </a:r>
            <a:r>
              <a:rPr lang="en-IN" sz="1400" b="0">
                <a:solidFill>
                  <a:srgbClr val="B5CEA8"/>
                </a:solidFill>
                <a:effectLst/>
                <a:latin typeface="Droid Sans Mono"/>
              </a:rPr>
              <a:t>12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>
                <a:solidFill>
                  <a:srgbClr val="B5CEA8"/>
                </a:solidFill>
                <a:effectLst/>
                <a:latin typeface="Droid Sans Mono"/>
              </a:rPr>
              <a:t>05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PM.</a:t>
            </a:r>
          </a:p>
          <a:p>
            <a:pPr>
              <a:lnSpc>
                <a:spcPct val="130952"/>
              </a:lnSpc>
              <a:buNone/>
            </a:pPr>
            <a:br>
              <a:rPr lang="en-IN" sz="1400" b="0">
                <a:solidFill>
                  <a:srgbClr val="D6DEEB"/>
                </a:solidFill>
                <a:effectLst/>
                <a:latin typeface="Droid Sans Mono"/>
              </a:rPr>
            </a:br>
            <a:endParaRPr lang="en-IN" sz="14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Scanned  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PDX26-A8F2B1 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Second Attempt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4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[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WARNING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]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Duplicate Ingress! Already checked </a:t>
            </a:r>
            <a:r>
              <a:rPr lang="en-IN" sz="1400" b="0">
                <a:solidFill>
                  <a:srgbClr val="C792EA"/>
                </a:solidFill>
                <a:effectLst/>
                <a:latin typeface="Droid Sans Mono"/>
              </a:rPr>
              <a:t>in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at </a:t>
            </a:r>
            <a:r>
              <a:rPr lang="en-IN" sz="1400" b="0">
                <a:solidFill>
                  <a:srgbClr val="B5CEA8"/>
                </a:solidFill>
                <a:effectLst/>
                <a:latin typeface="Droid Sans Mono"/>
              </a:rPr>
              <a:t>12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>
                <a:solidFill>
                  <a:srgbClr val="B5CEA8"/>
                </a:solidFill>
                <a:effectLst/>
                <a:latin typeface="Droid Sans Mono"/>
              </a:rPr>
              <a:t>05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PM.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Admin Roster &amp; Attendance Telemetry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73736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master passcode verification before displaying the live telemetry control panel.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Aggregates total registered teams, squads checked in, total hackers inside the venue, and pending check-ins.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Renders a real-time table displaying Ticket ID, Team Name, Leader, Size, Domain, and Ingress Status.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73EC5A-C4BE-998F-91BF-FBA4D06677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0424" b="33058"/>
          <a:stretch>
            <a:fillRect/>
          </a:stretch>
        </p:blipFill>
        <p:spPr>
          <a:xfrm>
            <a:off x="670560" y="3951515"/>
            <a:ext cx="11262360" cy="17634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— Module 3: Admin Roster &amp; Attendance Telemetry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097280"/>
            <a:ext cx="10881360" cy="5394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def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get_stats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():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master =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session.get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"auth"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if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not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master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   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return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B5CEA8"/>
                </a:solidFill>
                <a:effectLst/>
                <a:latin typeface="Droid Sans Mono"/>
              </a:rPr>
              <a:t>0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B5CEA8"/>
                </a:solidFill>
                <a:effectLst/>
                <a:latin typeface="Droid Sans Mono"/>
              </a:rPr>
              <a:t>0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B5CEA8"/>
                </a:solidFill>
                <a:effectLst/>
                <a:latin typeface="Droid Sans Mono"/>
              </a:rPr>
              <a:t>0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B5CEA8"/>
                </a:solidFill>
                <a:effectLst/>
                <a:latin typeface="Droid Sans Mono"/>
              </a:rPr>
              <a:t>0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[]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users =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db.query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Participant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.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all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total_teams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 </a:t>
            </a:r>
            <a:r>
              <a:rPr lang="en-IN" sz="1100" b="0" dirty="0" err="1">
                <a:solidFill>
                  <a:srgbClr val="C792EA"/>
                </a:solidFill>
                <a:effectLst/>
                <a:latin typeface="Droid Sans Mono"/>
              </a:rPr>
              <a:t>len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users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checked_teams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sum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>
                <a:solidFill>
                  <a:srgbClr val="B5CEA8"/>
                </a:solidFill>
                <a:effectLst/>
                <a:latin typeface="Droid Sans Mono"/>
              </a:rPr>
              <a:t>1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for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u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in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users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if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u.attended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total_hackers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sum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u.team_size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for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u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in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users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checked_hackers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=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sum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u.team_size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for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u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in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users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if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u.attended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return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total_teams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checked_teams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total_hackers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checked_hackers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users</a:t>
            </a:r>
          </a:p>
          <a:p>
            <a:pPr>
              <a:lnSpc>
                <a:spcPct val="130952"/>
              </a:lnSpc>
              <a:buNone/>
            </a:pPr>
            <a:b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</a:b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def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admin_logout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():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    </a:t>
            </a:r>
            <a:r>
              <a:rPr lang="en-IN" sz="1100" b="0" dirty="0" err="1">
                <a:solidFill>
                  <a:srgbClr val="D6DEEB"/>
                </a:solidFill>
                <a:effectLst/>
                <a:latin typeface="Droid Sans Mono"/>
              </a:rPr>
              <a:t>session.pop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(</a:t>
            </a:r>
            <a:r>
              <a:rPr lang="en-IN" sz="1100" b="0" dirty="0">
                <a:solidFill>
                  <a:srgbClr val="ADDB67"/>
                </a:solidFill>
                <a:effectLst/>
                <a:latin typeface="Droid Sans Mono"/>
              </a:rPr>
              <a:t>"auth"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,</a:t>
            </a:r>
            <a:r>
              <a:rPr lang="en-IN" sz="1100" b="0" dirty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100" b="0" dirty="0">
                <a:solidFill>
                  <a:srgbClr val="C792EA"/>
                </a:solidFill>
                <a:effectLst/>
                <a:latin typeface="Droid Sans Mono"/>
              </a:rPr>
              <a:t>None</a:t>
            </a:r>
            <a:r>
              <a:rPr lang="en-IN" sz="1100" b="0" dirty="0">
                <a:solidFill>
                  <a:srgbClr val="DCDCDC"/>
                </a:solidFill>
                <a:effectLst/>
                <a:latin typeface="Droid Sans Mono"/>
              </a:rPr>
              <a:t>)</a:t>
            </a:r>
            <a:endParaRPr lang="en-IN" sz="1100" b="0" dirty="0">
              <a:solidFill>
                <a:srgbClr val="D6DEEB"/>
              </a:solidFill>
              <a:effectLst/>
              <a:latin typeface="Droid Sa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137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— Module 3: Admin Roster &amp; Attendance Telemetry</a:t>
            </a:r>
            <a:endParaRPr lang="en-US" sz="2400" dirty="0"/>
          </a:p>
        </p:txBody>
      </p:sp>
      <p:sp>
        <p:nvSpPr>
          <p:cNvPr id="5" name="Shape 1"/>
          <p:cNvSpPr/>
          <p:nvPr/>
        </p:nvSpPr>
        <p:spPr>
          <a:xfrm>
            <a:off x="457200" y="960120"/>
            <a:ext cx="11277295" cy="5623560"/>
          </a:xfrm>
          <a:prstGeom prst="roundRect">
            <a:avLst>
              <a:gd name="adj" fmla="val 813"/>
            </a:avLst>
          </a:prstGeom>
          <a:solidFill>
            <a:srgbClr val="0C0C0C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5800" y="1143000"/>
            <a:ext cx="10881360" cy="5303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$ Master Passcode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********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[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OK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]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Gate telemetry loaded</a:t>
            </a:r>
          </a:p>
          <a:p>
            <a:pPr>
              <a:lnSpc>
                <a:spcPct val="130952"/>
              </a:lnSpc>
              <a:buNone/>
            </a:pPr>
            <a:br>
              <a:rPr lang="en-IN" sz="1400" b="0">
                <a:solidFill>
                  <a:srgbClr val="D6DEEB"/>
                </a:solidFill>
                <a:effectLst/>
                <a:latin typeface="Droid Sans Mono"/>
              </a:rPr>
            </a:br>
            <a:endParaRPr lang="en-IN" sz="14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----------------- LIVE GATE TELEMETRY -----------------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Teams Registered 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400" b="0">
                <a:solidFill>
                  <a:srgbClr val="B5CEA8"/>
                </a:solidFill>
                <a:effectLst/>
                <a:latin typeface="Droid Sans Mono"/>
              </a:rPr>
              <a:t>45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 |  Teams Checked In 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400" b="0">
                <a:solidFill>
                  <a:srgbClr val="B5CEA8"/>
                </a:solidFill>
                <a:effectLst/>
                <a:latin typeface="Droid Sans Mono"/>
              </a:rPr>
              <a:t>32</a:t>
            </a:r>
            <a:endParaRPr lang="en-IN" sz="14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Total Hackers    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400" b="0">
                <a:solidFill>
                  <a:srgbClr val="B5CEA8"/>
                </a:solidFill>
                <a:effectLst/>
                <a:latin typeface="Droid Sans Mono"/>
              </a:rPr>
              <a:t>180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|  Hackers Inside   </a:t>
            </a:r>
            <a:r>
              <a:rPr lang="en-IN" sz="1400" b="0">
                <a:solidFill>
                  <a:srgbClr val="DCDCDC"/>
                </a:solidFill>
                <a:effectLst/>
                <a:latin typeface="Droid Sans Mono"/>
              </a:rPr>
              <a:t>: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</a:t>
            </a:r>
            <a:r>
              <a:rPr lang="en-IN" sz="1400" b="0">
                <a:solidFill>
                  <a:srgbClr val="B5CEA8"/>
                </a:solidFill>
                <a:effectLst/>
                <a:latin typeface="Droid Sans Mono"/>
              </a:rPr>
              <a:t>128</a:t>
            </a:r>
            <a:endParaRPr lang="en-IN" sz="14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br>
              <a:rPr lang="en-IN" sz="1400" b="0">
                <a:solidFill>
                  <a:srgbClr val="D6DEEB"/>
                </a:solidFill>
                <a:effectLst/>
                <a:latin typeface="Droid Sans Mono"/>
              </a:rPr>
            </a:br>
            <a:endParaRPr lang="en-IN" sz="1400" b="0">
              <a:solidFill>
                <a:srgbClr val="D6DEEB"/>
              </a:solidFill>
              <a:effectLst/>
              <a:latin typeface="Droid Sans Mono"/>
            </a:endParaRP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PDX26-A8F2B1 | ByteForce   | Harini K | </a:t>
            </a:r>
            <a:r>
              <a:rPr lang="en-IN" sz="1400" b="0">
                <a:solidFill>
                  <a:srgbClr val="B5CEA8"/>
                </a:solidFill>
                <a:effectLst/>
                <a:latin typeface="Droid Sans Mono"/>
              </a:rPr>
              <a:t>4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| AI &amp; Agents | Checked In</a:t>
            </a:r>
          </a:p>
          <a:p>
            <a:pPr>
              <a:lnSpc>
                <a:spcPct val="130952"/>
              </a:lnSpc>
              <a:buNone/>
            </a:pP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PDX26-B3E9C2 | CyberGuard | Keerthi P | </a:t>
            </a:r>
            <a:r>
              <a:rPr lang="en-IN" sz="1400" b="0">
                <a:solidFill>
                  <a:srgbClr val="B5CEA8"/>
                </a:solidFill>
                <a:effectLst/>
                <a:latin typeface="Droid Sans Mono"/>
              </a:rPr>
              <a:t>3</a:t>
            </a:r>
            <a:r>
              <a:rPr lang="en-IN" sz="1400" b="0">
                <a:solidFill>
                  <a:srgbClr val="D6DEEB"/>
                </a:solidFill>
                <a:effectLst/>
                <a:latin typeface="Droid Sans Mono"/>
              </a:rPr>
              <a:t> | CyberSec    | Pending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entirely in Python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FastHTML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web interface,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database ORM, and Python-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QRCode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image rendering.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pass is dynamically generated with a unique ticket identifier and stored in SQLite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hackathon_passes.db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records persist with team sizes constrained from 1 to 5 members strictly.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master passcode gates both the live camera scanner and telemetry table operations.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endpoint validates required fields and blocks duplicate leader emails before writing to the database.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01168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saved, generated, verified, and tracked participant teams across multiple test runs without data loss.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passcode check correctly blocked every unauthorized attempt to access gate verification tools.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generation and optical decoding produced 100% matching ticket payloads across all round-trip test cases.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97F27B-E0E2-6969-48AF-4B75D97FD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9772" y="4023360"/>
            <a:ext cx="5666014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&amp; Limitations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optical scanning requires HTTPS and explicit browser camera permissions on mobile devices.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master admin passcode is currently shared among organizers rather than having individual role accounts.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data is stored in a local SQLite file which requires active persistence handling across cloud deployments.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cloud instances experience cold-start delays when inactive for extended periods.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shared admin passcode with salted hash authentication and multi-user organizer accounts.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automated email dispatch of QR passes via SMTP upon successful registration.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 storage to PostgreSQL for distributed multi-gate check-in terminals.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NFC / RFID smart wristband pairing during initial gate QR verification.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a functional, lightweight, cloud-deployed event registration and QR check-in platform using Python.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practical use of database modeling, QR generation, camera stream decoding, and web development to solve real-world event ingress problems. 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a solid foundation for future enterprise-grade event management and automated gatekeeping systems.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21488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Patel, R., et al. (2021). "Design and Implementation of QR-Code Based Access Control Systems," IEEE Conference Publication, IEEE Xplore.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L., et al. (2022). "A Comparative Study of Modern Web Frameworks and In-Memory Data Streaming," IEEE Conference Publication, IEEE Xplore.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Rao, K., et al. (2023). "Database Modeling and Schema Management Using Python ORMs," IEEE Conference Publication, IEEE Xplore.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 S., &amp; Kumar, A. (2023). "A Survey on Automated Event Ticketing and Authentication Techniques," IEEE Conference Publication, IEEE Xplore.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Gupta, M., &amp; Verma, P. (2024). "GUI and Web Application Development Using Modern Python Architectures," IEEE Conference Publication, IEEE Xplore.</a:t>
            </a:r>
          </a:p>
          <a:p>
            <a:pPr marL="279400" indent="-279400" algn="just">
              <a:spcAft>
                <a:spcPts val="1600"/>
              </a:spcAft>
              <a:buSzPct val="100000"/>
              <a:buChar char="●"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s/logo-lef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pic>
        <p:nvPicPr>
          <p:cNvPr id="3" name="Image 1" descr="/home/claude/imgs/logo-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1828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5" name="Text 1"/>
          <p:cNvSpPr txBox="1"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1892</Words>
  <Application>Microsoft Office PowerPoint</Application>
  <PresentationFormat>Widescreen</PresentationFormat>
  <Paragraphs>204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Droid Sans Mono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monika rajini</cp:lastModifiedBy>
  <cp:revision>4</cp:revision>
  <dcterms:created xsi:type="dcterms:W3CDTF">2026-08-31T02:38:18Z</dcterms:created>
  <dcterms:modified xsi:type="dcterms:W3CDTF">2026-09-01T03:32:49Z</dcterms:modified>
</cp:coreProperties>
</file>